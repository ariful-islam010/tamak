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8" r:id="rId29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2743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QuitMate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FFD4"/>
                </a:solidFill>
                <a:latin typeface="Calibri"/>
              </a:rPr>
              <a:t>তামাকমুক্ত জীবনের AI সহায়ক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E9E9E"/>
                </a:solidFill>
                <a:latin typeface="Calibri"/>
              </a:rPr>
              <a:t>SPL-2 Final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383280"/>
            <a:ext cx="3931920" cy="36576"/>
          </a:xfrm>
          <a:prstGeom prst="rect">
            <a:avLst/>
          </a:prstGeom>
          <a:solidFill>
            <a:srgbClr val="00C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Submission Date: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What is QuitMate and why does it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736C"/>
                </a:solidFill>
                <a:latin typeface="Calibri"/>
              </a:rPr>
              <a:t>Key Highlights: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 Flutter-based mobile app to help people quit tobacco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Personalized AI-generated quit plans via Groq AI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Daily mood &amp; craving tracking with gamification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Real-time peer support community forum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SOS craving-distraction with 4-7-8 breathing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Financial savings tracker (Money Saver)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Educational health awareness content</a:t>
            </a:r>
          </a:p>
        </p:txBody>
      </p:sp>
      <p:pic>
        <p:nvPicPr>
          <p:cNvPr id="6" name="Picture 5" descr="07_hom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Why do people struggle to quit tobacco?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0000"/>
                </a:solidFill>
                <a:latin typeface="Calibri"/>
              </a:rPr>
              <a:t>  •  Bangladesh has 37.8 million tobacco users (WHO, 2021) — one of the highest globally</a:t>
            </a:r>
          </a:p>
          <a:p>
            <a:pPr algn="l"/>
            <a:r>
              <a:rPr sz="1500">
                <a:solidFill>
                  <a:srgbClr val="330000"/>
                </a:solidFill>
                <a:latin typeface="Calibri"/>
              </a:rPr>
              <a:t>  •  Tobacco causes 100,000+ deaths annually in Bangladesh</a:t>
            </a:r>
          </a:p>
          <a:p>
            <a:pPr algn="l"/>
            <a:r>
              <a:rPr sz="1500">
                <a:solidFill>
                  <a:srgbClr val="330000"/>
                </a:solidFill>
                <a:latin typeface="Calibri"/>
              </a:rPr>
              <a:t>  •  No accessible, localized digital tool exists for Bengali-speaking quit-smoking support</a:t>
            </a:r>
          </a:p>
          <a:p>
            <a:pPr algn="l"/>
            <a:r>
              <a:rPr sz="1500">
                <a:solidFill>
                  <a:srgbClr val="330000"/>
                </a:solidFill>
                <a:latin typeface="Calibri"/>
              </a:rPr>
              <a:t>  •  Existing apps lack AI personalization, peer support, and gamification in Bangla</a:t>
            </a:r>
          </a:p>
          <a:p>
            <a:pPr algn="l"/>
            <a:r>
              <a:rPr sz="1500">
                <a:solidFill>
                  <a:srgbClr val="330000"/>
                </a:solidFill>
                <a:latin typeface="Calibri"/>
              </a:rPr>
              <a:t>  •  Financial impact: avg. smoker spends BDT 3,000–5,000/month on tobacco</a:t>
            </a:r>
          </a:p>
          <a:p>
            <a:pPr algn="l"/>
            <a:r>
              <a:rPr sz="1500">
                <a:solidFill>
                  <a:srgbClr val="330000"/>
                </a:solidFill>
                <a:latin typeface="Calibri"/>
              </a:rPr>
              <a:t>  •  Craving management is the #1 reason for relapse — no instant SOS tool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What QuitMate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430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Provide AI-personalized day-by-day quit plans (7/14/30/60 days)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Enable daily check-ins to track mood, craving level and tobacco use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Build real-time peer support community for mutual motivation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Create an SOS emergency screen to handle sudden cravings instantly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Track and display money saved since quitting in real-time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Motivate users through gamified tree-growth progress visualization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Educate users with health facts and tobacco awareness content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Provide admin panel for monitoring user data and community moderation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Technology stack and component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Mobile App (Frontend)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6060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Flutter + Dart
Riverpod State Management
Hive Local Cache
Flutter Local Notifications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Backend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6060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Node.js + Express.js
REST API + Socket.IO
PostgreSQL Database
JWT Authentication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External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6060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Firebase (Auth)
Groq AI (Quit Plan)
Google Sign-In
Cloudinary (Images)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645920"/>
            <a:ext cx="2743200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060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HTML + Vanilla JS
Express Static Server
CSV Data Export
Password Protected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97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6C"/>
                </a:solidFill>
                <a:latin typeface="Calibri"/>
              </a:rPr>
              <a:t>Real-time Communication: Socket.IO  |  Auth: Firebase  |  AI: Groq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App Version: 1.0.9  |  Flutter SDK ^3.10.8  |  Backend: Node.js +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1: Google Sign-In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Secure, password-free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Uses Google OAuth 2.0 via Firebase Authentication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No separate username/password registration needed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Animated login screen with pulse effect logo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Auto-detects new vs returning users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New users -&gt; Profile Assessment | Returning users -&gt; Dashboard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Comprehensive error handling (network, timeout, server errors)</a:t>
            </a:r>
          </a:p>
        </p:txBody>
      </p:sp>
      <p:pic>
        <p:nvPicPr>
          <p:cNvPr id="6" name="Picture 5" descr="01_google_sign_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2: Profile Assessment &amp; AI Quit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Personalized onboarding + AI plan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5-step onboarding wizard: Name, Education, Age, Gender, Plan Setup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User selects quit duration: 7 / 14 / 30 / 60 days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User sets their Quit Date (future or immediate)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Profile data sent to Groq AI (LLaMA model) for plan generation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AI generates day-by-day quit plan with goals, descriptions &amp; tasks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Plan stored in PostgreSQL and displayed daily in Quit Plan screen</a:t>
            </a:r>
          </a:p>
        </p:txBody>
      </p:sp>
      <p:pic>
        <p:nvPicPr>
          <p:cNvPr id="6" name="Picture 5" descr="06_ai_quit_plan_dat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3: Home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Central hub with real-time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Time-based personalized Bengali greeting (Morning/Noon/Evening/Night)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Motivational strip: 'আপনি তামাকমুক্ত জীবনের Nth দিনে আছেন!'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Stat Cards: Tobacco-free days counter + Money saved (BDT)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3x2 Feature Grid: Quit Plan, Check-In, SOS, Money Saver, Community, Education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Pull-to-refresh: all 3 data sources load in parallel (optimized)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Gamification badge shortcut (⭐) and Profile avatar in top bar</a:t>
            </a:r>
          </a:p>
        </p:txBody>
      </p:sp>
      <p:pic>
        <p:nvPicPr>
          <p:cNvPr id="6" name="Picture 5" descr="07_hom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4: AI Quit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Day-by-day personalized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Displays current day's AI-generated goal and description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Shows daily user task: 'আপনাকে যা করতে হবে' section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Countdown banner if plan hasn't started yet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Daily completion question: Completed? (Yes/No) – once per day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After answering: shows status card (completed or not)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Custom curved header with gradient and hero image</a:t>
            </a:r>
          </a:p>
        </p:txBody>
      </p:sp>
      <p:pic>
        <p:nvPicPr>
          <p:cNvPr id="6" name="Picture 5" descr="08_ai_quit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5: Daily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Mood, craving and streak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5-level mood selection: emoji-based (Excellent to Angry)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Craving level slider (1–5 intensity)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Tobacco use today? (Yes / No) — drives gamification tree state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Optional reflection/journal note text field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One check-in allowed per day (streak system)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Animated fade-in UI with decorative background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Updates gamification tree and streak counter upon submission</a:t>
            </a:r>
          </a:p>
        </p:txBody>
      </p:sp>
      <p:pic>
        <p:nvPicPr>
          <p:cNvPr id="6" name="Picture 5" descr="daily_check_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50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6: SOS Emergency – Craving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Instant help when cravings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Triggered by red SOS button on Home Dashboard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Mode 1: 5-Minute Wait Timer — countdown to outlast the craving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Mode 2: 4-7-8 Breathing Technique — animated breathing guide + audio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Water intake tracker and walking activity toggle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Emergency contact: 'Call a Friend' with stored phone numbers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SOS events logged to backend for tracking relapse patterns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Clinically-backed techniques to reduce craving intensity</a:t>
            </a:r>
          </a:p>
        </p:txBody>
      </p:sp>
      <p:pic>
        <p:nvPicPr>
          <p:cNvPr id="6" name="Picture 5" descr="sos_emergency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50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7: Money Saver &amp; Dream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Visualize financial benefits of quitting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Calculates total money saved since quit date in real-time (BDT)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Displays savings breakdown: daily / weekly / monthly projections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Dream Goals: set personal financial goals (e.g., 'Buy a bicycle – BDT 5,000')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Progress bar shows savings toward each goal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Add manual savings entries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Motivates users by showing tangible financial benefit of quitting</a:t>
            </a:r>
          </a:p>
        </p:txBody>
      </p:sp>
      <p:pic>
        <p:nvPicPr>
          <p:cNvPr id="6" name="Picture 5" descr="09_money_saver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8: Peer Support Community Forum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Real-time community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Real-time chat powered by Socket.IO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Users share quit journey, tips and encouragement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Text messages and image sharing from gallery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AI-powered content moderation (inappropriate content blocking)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Users can delete their own posts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Admin panel can monitor and moderate all posts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Scrollable feed with message timestamps and user names</a:t>
            </a:r>
          </a:p>
        </p:txBody>
      </p:sp>
      <p:pic>
        <p:nvPicPr>
          <p:cNvPr id="6" name="Picture 5" descr="peer_support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50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9: Gamification – Tree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Visualize quit progress as a growing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Virtual tree grows with each daily tobacco-free check-in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6 growth stages: Empty Pot → Seed → Sapling → Leaves → Young Tree → Full Tree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Tree turns 'pest-infected' (cactus) if tobacco is used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Recover tree: complete 3 consecutive tobacco-free check-ins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Garden view: shows all past trees as a motivational gallery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Animated tree display with stage-based color theming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Deeply motivates users through visual metaphor of personal growth</a:t>
            </a:r>
          </a:p>
        </p:txBody>
      </p:sp>
      <p:pic>
        <p:nvPicPr>
          <p:cNvPr id="6" name="Picture 5" descr="10_gamificatio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10: Educational Content /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Health facts and tobacco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Categorized health articles about tobacco effects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Health recovery timeline after quitting (20 min → 15 years)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Fact cards with key statistics on tobacco harm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User-friendly Bengali language content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Coral pink themed UI with expandable article cards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Accessible even to first-time smartphone users</a:t>
            </a:r>
          </a:p>
        </p:txBody>
      </p:sp>
      <p:pic>
        <p:nvPicPr>
          <p:cNvPr id="6" name="Picture 5" descr="11_educational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406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Complete technical implementation</a:t>
            </a:r>
          </a:p>
        </p:txBody>
      </p:sp>
      <p:pic>
        <p:nvPicPr>
          <p:cNvPr id="5" name="Picture 4" descr="profil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2286000" cy="508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63677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00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Flutter 3.x + Dart, Riverpod, Hive, Socket.IO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3969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Firebase + Google Sign-In OAuth 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4261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06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060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Node.js + Express.js 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4553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089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PostgreSQL (users, plans, check-ins, savings, chat)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11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611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Groq AI API — LLaMA 3 model for quit plan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5137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14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148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Socket.IO (peer support live chat)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5429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617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17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HTML + Vanilla JS + Express static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5721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120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1206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Flutter Local Notifications + Timezone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60136"/>
            <a:ext cx="2194560" cy="36576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623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6235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Cloudinary CDN (image upload for community posts)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8F5E9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E9E9E"/>
                </a:solidFill>
                <a:latin typeface="Calibri"/>
              </a:rPr>
              <a:t>QuitMate Application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latin typeface="Calibri"/>
              </a:rPr>
              <a:t>Showing: Login → Profile Setup → Dashboard → Quit Plan → SOS → Community → Admin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Implementation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What was successfully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latin typeface="Calibri"/>
              </a:rPr>
              <a:t>  •  11 key feature modules (10 mobile app screens + Web Admin Panel): Login, Profile Assessment, Dashboard, Quit Plan, Daily Check-In, SOS Emergency, Money Saver, Peer Support, Gamification, Education, Admin Dashboard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  Daily Check-In, SOS Emergency, Money Saver, Peer Support, Gamification, Education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AI integration: Groq AI generates personalized quit plans within seconds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Real-time community forum with image sharing and content moderation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Backend: Node.js server with 15+ REST API endpoints + Socket.IO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Admin panel with user management, stats dashboard, and CSV export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Cross-platform: tested on Android; iOS-compatible codebase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Firebase authentication with 100% secure Google Sign-In flow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  •  Offline support: cached data display via Hive local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Known constraints and 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Requires active internet for most features (AI, community, sync)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Currently tested primarily on Android — iOS needs further testing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AI-generated quit plans depend on Groq API availability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One daily check-in limit — cannot log multiple entries per day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Medical disclaimer: not a replacement for professional addiction counseling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Backend requires server uptime (hosted Node.js — may have downtime)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Language: Bengali-only UI limits international usability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Work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Potential enhancements for QuitMate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Play Store / App Store deployment for wider public access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Multi-language support (English + Bengali)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Doctor/Counselor integration for professional medical guidance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Wearable integration: track heart rate changes during cravings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Leaderboard and social challenges among friends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AI chatbot for 24/7 quit support conversations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Government health organization partnership and data insights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Push notification improvements with personalized reminders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FD4"/>
                </a:solidFill>
                <a:latin typeface="Calibri"/>
              </a:rPr>
              <a:t>Summary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QuitMate successfully delivers a comprehensive, AI-powered tobacco quit support app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Addresses a critical public health need in Bangladesh with a localized Bengali solution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Combines AI personalization, gamification, peer support and real-time tracking</a:t>
            </a:r>
          </a:p>
          <a:p>
            <a:pPr algn="l"/>
            <a:r>
              <a:rPr sz="1500">
                <a:latin typeface="Calibri"/>
              </a:rPr>
              <a:t>  •  11 fully implemented feature modules with a robust Node.js + PostgreSQL backend &amp; Web Admin Panel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The gamified tree metaphor and financial savings tracker provide strong motivation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SOS emergency tool provides clinically-backed craving management techniques</a:t>
            </a:r>
          </a:p>
          <a:p>
            <a:pPr algn="l"/>
            <a:r>
              <a:rPr sz="1500">
                <a:solidFill>
                  <a:srgbClr val="1A1A2E"/>
                </a:solidFill>
                <a:latin typeface="Calibri"/>
              </a:rPr>
              <a:t>  •  Ready for real-world deployment and user testing with target demographic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F5E9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FFD4"/>
                </a:solidFill>
                <a:latin typeface="Calibri"/>
              </a:rPr>
              <a:t>Thank you for 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  <a:latin typeface="Calibri"/>
              </a:rPr>
              <a:t>QuitMate — তামাকমুক্ত জীবনের AI সহায়ক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Feature 11: Admin Dashboard &amp; Web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8FFD4"/>
                </a:solidFill>
                <a:latin typeface="Calibri"/>
              </a:rPr>
              <a:t>Centralized management &amp; platform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  •  Password-protected web dashboard for system administrators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  •  Real-time analytics: tracks registered users, check-ins &amp; money saved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  •  User management view to monitor user profiles and quit progress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  •  Community moderation tool to inspect and delete inappropriate posts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  •  Data export feature to download system reports in CSV format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  •  Lightweight web interface served directly via Node.js Express server</a:t>
            </a:r>
          </a:p>
        </p:txBody>
      </p:sp>
      <p:pic>
        <p:nvPicPr>
          <p:cNvPr id="6" name="Picture 5" descr="admin 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212080" cy="2455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1440" y="6583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